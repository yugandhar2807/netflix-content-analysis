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  <p:sldMasterId id="214748370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7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3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89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1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6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4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7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59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0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284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76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44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29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21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18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32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4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2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9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17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81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75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376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790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44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5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35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8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Content Insights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and Visualization Story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Netflix's content catalog across content type, release trends, genres, countries, duration, and direction.</a:t>
            </a:r>
          </a:p>
          <a:p>
            <a:r>
              <a:t>Goal: Provide actionable insights to support content strategy and decision-making.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Content Type &amp; Yearly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Movies dominate Netflix’s catalog.</a:t>
            </a:r>
          </a:p>
          <a:p>
            <a:r>
              <a:t>- TV Shows have steadily increased since 2016.</a:t>
            </a:r>
          </a:p>
          <a:p>
            <a:r>
              <a:t>- Content additions peaked in 2019; slight decline after 2020 (pandemic impact).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🌍 Country &amp; Genre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 contributing countries: USA, India, UK.</a:t>
            </a:r>
          </a:p>
          <a:p>
            <a:r>
              <a:t>- Netflix features content from over 100 countries.</a:t>
            </a:r>
          </a:p>
          <a:p>
            <a:r>
              <a:t>- Common genres: Dramas, Documentaries, Comedies, Kids' TV.</a:t>
            </a:r>
          </a:p>
          <a:p>
            <a:r>
              <a:t>- The `listed_in` column has multi-genre values (can be split for deeper insights).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⏱ Duration &amp; Directors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Most movies range between 90–93 mins.</a:t>
            </a:r>
          </a:p>
          <a:p>
            <a:r>
              <a:t>- TV Shows are mostly 1–2 seasons long.</a:t>
            </a:r>
          </a:p>
          <a:p>
            <a:r>
              <a:t>- Frequent directors include: Scorsese, Chilaka, Karas.</a:t>
            </a:r>
          </a:p>
          <a:p>
            <a:r>
              <a:t>- Many entries have missing director info.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Netflix invests heavily in globally diverse, short-form, and high-engagement content.</a:t>
            </a:r>
          </a:p>
          <a:p>
            <a:r>
              <a:t>This dashboard enables quick, data-driven decisions for production, acquisition, and marketing strategies.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 and split the `listed_in` genre field for clarity.</a:t>
            </a:r>
          </a:p>
          <a:p>
            <a:r>
              <a:t>- Replace broken highlight filters with interactive dropdowns.</a:t>
            </a:r>
          </a:p>
          <a:p>
            <a:r>
              <a:t>- Standardize axis labels, titles, and chart formatting.</a:t>
            </a:r>
          </a:p>
          <a:p>
            <a:r>
              <a:t>- Add dynamic filters (type, country, rating, year) to improve usability.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</TotalTime>
  <Words>258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Century Gothic</vt:lpstr>
      <vt:lpstr>Tw Cen MT</vt:lpstr>
      <vt:lpstr>Tw Cen MT Condensed</vt:lpstr>
      <vt:lpstr>Wingdings 3</vt:lpstr>
      <vt:lpstr>Integral</vt:lpstr>
      <vt:lpstr>Ion Boardroom</vt:lpstr>
      <vt:lpstr>Netflix Content Insights Dashboard</vt:lpstr>
      <vt:lpstr>🎯 Objective</vt:lpstr>
      <vt:lpstr>📈 Content Type &amp; Yearly Trends</vt:lpstr>
      <vt:lpstr>🌍 Country &amp; Genre Analysis</vt:lpstr>
      <vt:lpstr>⏱ Duration &amp; Directors</vt:lpstr>
      <vt:lpstr>🧠 Conclusion</vt:lpstr>
      <vt:lpstr>✅ Recommendations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Insights Dashboard</dc:title>
  <dc:subject/>
  <dc:creator>Administrator</dc:creator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2025-05-01T15:57:59Z</dcterms:modified>
  <cp:category/>
</cp:coreProperties>
</file>